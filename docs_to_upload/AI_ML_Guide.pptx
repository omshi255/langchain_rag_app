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Beginner's Guide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• Machine Learning • Deep 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Concepts to Real-World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simulation of human intelligence in machines that are programmed to think, learn, and make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2606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specific task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facial recognition,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engines, spam filters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103120"/>
            <a:ext cx="2606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6060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intelligence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any task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(still theoretical)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103120"/>
            <a:ext cx="26060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Surpasses human intelligence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domains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concept)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learn from data — without being explicitly programmed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08760"/>
            <a:ext cx="26060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outcomes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 detection,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60604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508760"/>
            <a:ext cx="26060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08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clustering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2606040" cy="320040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08760"/>
            <a:ext cx="260604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08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&amp; error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Reward/penalty system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game AI,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control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5133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991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8849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99232" y="11704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8562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25420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32278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02352" y="11704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2352" y="18562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2352" y="25420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2352" y="32278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05472" y="18562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254203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977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1143000"/>
            <a:ext cx="640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Neural Networks Work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Inspired by the human brain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flows through layers of neurons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layer extracts higher-level features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'Deep' = many hidden layers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in image, voice &amp; text recognition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ML Algorithms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algorithms every AI practitioner should know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914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continuous values like house prices or sales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114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 a tree of if/else questions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114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2316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for better accuracy &amp; less overfitting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114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423160"/>
            <a:ext cx="914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834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 boundary between classes in high dimensions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114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914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977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data into K clusters by similarity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4114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566160"/>
            <a:ext cx="9144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9776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complex patterns in images, text, audio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Deep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749040"/>
          </a:xfrm>
          <a:prstGeom prst="ellipse">
            <a:avLst/>
          </a:prstGeom>
          <a:solidFill>
            <a:srgbClr val="0D9488">
              <a:alpha val="2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417320"/>
            <a:ext cx="5852160" cy="2926080"/>
          </a:xfrm>
          <a:prstGeom prst="ellipse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920240"/>
            <a:ext cx="3108960" cy="2011680"/>
          </a:xfrm>
          <a:prstGeom prst="ellipse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423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are transforming every industry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diagnosis, drug discovery, medical imaging analysis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8105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algorithmic trading, credit scoring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5176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Automotive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8105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cars, predictive maintenance, route optimization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65176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Retail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5643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engines, demand forecasting, chatbots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65176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45643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learning, automated grading, tutoring bots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65176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Cybersecurity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45643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detection, anomaly detection, malware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Project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005840" cy="100584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80160" y="1463040"/>
            <a:ext cx="457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relevant,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051560"/>
            <a:ext cx="1005840" cy="100584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457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1005840" cy="100584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06240" y="1463040"/>
            <a:ext cx="457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1005840" cy="1005840"/>
          </a:xfrm>
          <a:prstGeom prst="ellipse">
            <a:avLst/>
          </a:prstGeom>
          <a:solidFill>
            <a:srgbClr val="115E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669280" y="1463040"/>
            <a:ext cx="457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51560"/>
            <a:ext cx="1005840" cy="1005840"/>
          </a:xfrm>
          <a:prstGeom prst="ellipse">
            <a:avLst/>
          </a:prstGeom>
          <a:solidFill>
            <a:srgbClr val="134E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132320" y="1463040"/>
            <a:ext cx="457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1051560"/>
            <a:ext cx="1005840" cy="1005840"/>
          </a:xfrm>
          <a:prstGeom prst="ellipse">
            <a:avLst/>
          </a:prstGeom>
          <a:solidFill>
            <a:srgbClr val="1C3D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5236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6858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This is an iterative process — you'll often loop back to earlier steps based on evaluation results.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 &amp; Frameworks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toolkit for AI/ML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AI language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ecosystem of libraries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447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0299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open-source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280160"/>
            <a:ext cx="27432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447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Framework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0299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Facebook's framework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research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7432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363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3474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216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algorithms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well-documented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7432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971800"/>
            <a:ext cx="27432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1363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29000" y="3474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Library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37216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analysis toolkit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7432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971800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1363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55080" y="3474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NLP/LLMs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37216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NLP and GenAI tasks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Started in AI/ML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8229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22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basics: variables, loops, functions, OOP. Use free resources like freeCodeCamp or Python.org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8229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822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143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Foundations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4904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algebra, statistics, probability, and calculus basics — Khan Academy is great for this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50008"/>
            <a:ext cx="8229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50008"/>
            <a:ext cx="822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441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ML Libraries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788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NumPy, Pandas, Matplotlib, then Scikit-learn for classical ML algorithms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5000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50008"/>
            <a:ext cx="8229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350008"/>
            <a:ext cx="822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441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788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Kaggle datasets. Build a classifier, regression model, or recommendation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4845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48456"/>
            <a:ext cx="8229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48456"/>
            <a:ext cx="822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7398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0873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TensorFlow or PyTorch. Build neural networks, CNNs for images, RNNs for sequences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48456"/>
            <a:ext cx="8229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48456"/>
            <a:ext cx="822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7398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GenAI / LLMs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0" y="40873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Hugging Face, fine-tune models, build RAG apps and AI-powered APIs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 field; ML and Deep Learning are subsets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6367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patterns from data without explicit programming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249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types: Supervised, Unsupervised, Reinforcement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8620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uses neural networks for complex tasks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0215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TensorFlow/PyTorch are the industry standard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087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Python → Math → ML → DL → GenAI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stay curious, and build one project at a time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Guide</dc:title>
  <dc:subject>PptxGenJS Presentation</dc:subject>
  <dc:creator>PptxGenJS</dc:creator>
  <cp:lastModifiedBy>PptxGenJS</cp:lastModifiedBy>
  <cp:revision>1</cp:revision>
  <dcterms:created xsi:type="dcterms:W3CDTF">2026-05-05T10:41:18Z</dcterms:created>
  <dcterms:modified xsi:type="dcterms:W3CDTF">2026-05-05T10:41:18Z</dcterms:modified>
</cp:coreProperties>
</file>